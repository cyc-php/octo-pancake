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9" r:id="rId2"/>
    <p:sldId id="262" r:id="rId3"/>
    <p:sldId id="260" r:id="rId4"/>
    <p:sldId id="261" r:id="rId5"/>
    <p:sldId id="257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68CD5BFD-362D-A348-B6B4-E871DAA82008}" type="datetimeFigureOut">
              <a:rPr kumimoji="1" lang="zh-TW" altLang="en-US" smtClean="0"/>
              <a:t>2023/5/17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1ECC8051-99C4-6E46-8324-916F5601B5F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05003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5BFD-362D-A348-B6B4-E871DAA82008}" type="datetimeFigureOut">
              <a:rPr kumimoji="1" lang="zh-TW" altLang="en-US" smtClean="0"/>
              <a:t>2023/5/17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8051-99C4-6E46-8324-916F5601B5F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50423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5BFD-362D-A348-B6B4-E871DAA82008}" type="datetimeFigureOut">
              <a:rPr kumimoji="1" lang="zh-TW" altLang="en-US" smtClean="0"/>
              <a:t>2023/5/17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8051-99C4-6E46-8324-916F5601B5F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78892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5BFD-362D-A348-B6B4-E871DAA82008}" type="datetimeFigureOut">
              <a:rPr kumimoji="1" lang="zh-TW" altLang="en-US" smtClean="0"/>
              <a:t>2023/5/17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8051-99C4-6E46-8324-916F5601B5F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28930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5BFD-362D-A348-B6B4-E871DAA82008}" type="datetimeFigureOut">
              <a:rPr kumimoji="1" lang="zh-TW" altLang="en-US" smtClean="0"/>
              <a:t>2023/5/17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8051-99C4-6E46-8324-916F5601B5F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38727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5BFD-362D-A348-B6B4-E871DAA82008}" type="datetimeFigureOut">
              <a:rPr kumimoji="1" lang="zh-TW" altLang="en-US" smtClean="0"/>
              <a:t>2023/5/17</a:t>
            </a:fld>
            <a:endParaRPr kumimoji="1"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8051-99C4-6E46-8324-916F5601B5F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13094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5BFD-362D-A348-B6B4-E871DAA82008}" type="datetimeFigureOut">
              <a:rPr kumimoji="1" lang="zh-TW" altLang="en-US" smtClean="0"/>
              <a:t>2023/5/17</a:t>
            </a:fld>
            <a:endParaRPr kumimoji="1"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8051-99C4-6E46-8324-916F5601B5F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48414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5BFD-362D-A348-B6B4-E871DAA82008}" type="datetimeFigureOut">
              <a:rPr kumimoji="1" lang="zh-TW" altLang="en-US" smtClean="0"/>
              <a:t>2023/5/17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8051-99C4-6E46-8324-916F5601B5F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62003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5BFD-362D-A348-B6B4-E871DAA82008}" type="datetimeFigureOut">
              <a:rPr kumimoji="1" lang="zh-TW" altLang="en-US" smtClean="0"/>
              <a:t>2023/5/17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8051-99C4-6E46-8324-916F5601B5F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8072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5BFD-362D-A348-B6B4-E871DAA82008}" type="datetimeFigureOut">
              <a:rPr kumimoji="1" lang="zh-TW" altLang="en-US" smtClean="0"/>
              <a:t>2023/5/17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8051-99C4-6E46-8324-916F5601B5F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02629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5BFD-362D-A348-B6B4-E871DAA82008}" type="datetimeFigureOut">
              <a:rPr kumimoji="1" lang="zh-TW" altLang="en-US" smtClean="0"/>
              <a:t>2023/5/17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8051-99C4-6E46-8324-916F5601B5F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99389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5BFD-362D-A348-B6B4-E871DAA82008}" type="datetimeFigureOut">
              <a:rPr kumimoji="1" lang="zh-TW" altLang="en-US" smtClean="0"/>
              <a:t>2023/5/17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8051-99C4-6E46-8324-916F5601B5F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69358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5BFD-362D-A348-B6B4-E871DAA82008}" type="datetimeFigureOut">
              <a:rPr kumimoji="1" lang="zh-TW" altLang="en-US" smtClean="0"/>
              <a:t>2023/5/17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8051-99C4-6E46-8324-916F5601B5F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425047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5BFD-362D-A348-B6B4-E871DAA82008}" type="datetimeFigureOut">
              <a:rPr kumimoji="1" lang="zh-TW" altLang="en-US" smtClean="0"/>
              <a:t>2023/5/17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8051-99C4-6E46-8324-916F5601B5F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18092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5BFD-362D-A348-B6B4-E871DAA82008}" type="datetimeFigureOut">
              <a:rPr kumimoji="1" lang="zh-TW" altLang="en-US" smtClean="0"/>
              <a:t>2023/5/17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8051-99C4-6E46-8324-916F5601B5F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969112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68CD5BFD-362D-A348-B6B4-E871DAA82008}" type="datetimeFigureOut">
              <a:rPr kumimoji="1" lang="zh-TW" altLang="en-US" smtClean="0"/>
              <a:t>2023/5/17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8051-99C4-6E46-8324-916F5601B5F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765380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68CD5BFD-362D-A348-B6B4-E871DAA82008}" type="datetimeFigureOut">
              <a:rPr kumimoji="1" lang="zh-TW" altLang="en-US" smtClean="0"/>
              <a:t>2023/5/17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8051-99C4-6E46-8324-916F5601B5F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03102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68CD5BFD-362D-A348-B6B4-E871DAA82008}" type="datetimeFigureOut">
              <a:rPr kumimoji="1" lang="zh-TW" altLang="en-US" smtClean="0"/>
              <a:t>2023/5/17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1ECC8051-99C4-6E46-8324-916F5601B5F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82258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47D9EC-9661-B9AB-6342-53DCF95D0D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TW" altLang="en-US" dirty="0"/>
              <a:t>資料庫匯出</a:t>
            </a:r>
            <a:br>
              <a:rPr kumimoji="1" lang="en-US" altLang="zh-TW" dirty="0"/>
            </a:br>
            <a:r>
              <a:rPr kumimoji="1" lang="en-US" altLang="zh-TW" dirty="0"/>
              <a:t>Excel &amp; PDF</a:t>
            </a:r>
            <a:endParaRPr kumimoji="1"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58F7298-E118-259B-FD89-36AEC4E95C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82165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D5CB984-A745-046A-1256-D1163B0B2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Excel Outport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51862A9-9027-0793-95A7-020AB467C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7074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1C5660-D520-0D1F-C4D8-7E43BA84B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Header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11AA4E-C7AC-4093-5713-3F8F3E7C0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1800" dirty="0"/>
              <a:t>header("Pragma: public");</a:t>
            </a:r>
          </a:p>
          <a:p>
            <a:r>
              <a:rPr lang="zh-TW" altLang="en-US" sz="1800" dirty="0"/>
              <a:t>header("Expires: 0");</a:t>
            </a:r>
          </a:p>
          <a:p>
            <a:r>
              <a:rPr lang="zh-TW" altLang="en-US" sz="1800" dirty="0"/>
              <a:t>header('Cache-Control: must-revalidate, post-check=0, pre-check=0');</a:t>
            </a:r>
          </a:p>
          <a:p>
            <a:r>
              <a:rPr lang="zh-TW" altLang="en-US" sz="1800" dirty="0"/>
              <a:t>header('Content-type: application/vnd.ms-excel');</a:t>
            </a:r>
          </a:p>
          <a:p>
            <a:r>
              <a:rPr lang="zh-TW" altLang="en-US" sz="1800" dirty="0"/>
              <a:t>header('Content-Disposition: inline; filename="applicant.xls";');</a:t>
            </a:r>
          </a:p>
          <a:p>
            <a:r>
              <a:rPr lang="zh-TW" altLang="en-US" sz="1800" dirty="0"/>
              <a:t>header('Content-Transfer-Encoding: binary');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58405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B6A368-041C-3D6A-4067-ADE7934C8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Echo Table</a:t>
            </a:r>
            <a:endParaRPr kumimoji="1"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41B5CC9-8DD9-2F99-5E8B-C81C0E6C3058}"/>
              </a:ext>
            </a:extLst>
          </p:cNvPr>
          <p:cNvSpPr txBox="1"/>
          <p:nvPr/>
        </p:nvSpPr>
        <p:spPr>
          <a:xfrm>
            <a:off x="3048000" y="2545314"/>
            <a:ext cx="6096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/>
              <a:t>echo "&lt;table&gt;";</a:t>
            </a:r>
          </a:p>
          <a:p>
            <a:r>
              <a:rPr lang="zh-TW" altLang="en-US" sz="2400" dirty="0"/>
              <a:t>echo "&lt;tr&gt;";</a:t>
            </a:r>
          </a:p>
          <a:p>
            <a:r>
              <a:rPr lang="zh-TW" altLang="en-US" sz="2400" dirty="0"/>
              <a:t>echo "&lt;td&gt;NO.&lt;/td&gt;";</a:t>
            </a:r>
          </a:p>
          <a:p>
            <a:r>
              <a:rPr lang="zh-TW" altLang="en-US" sz="2400" dirty="0"/>
              <a:t>echo "&lt;td&gt;中文姓名&lt;/td&gt;";</a:t>
            </a:r>
          </a:p>
          <a:p>
            <a:r>
              <a:rPr lang="zh-TW" altLang="en-US" sz="2400" dirty="0"/>
              <a:t>echo "&lt;td&gt;英文姓名&lt;/td&gt;";</a:t>
            </a:r>
          </a:p>
          <a:p>
            <a:r>
              <a:rPr lang="zh-TW" altLang="en-US" sz="2400" dirty="0"/>
              <a:t>echo "&lt;td&gt;性別&lt;/td&gt;";</a:t>
            </a:r>
          </a:p>
          <a:p>
            <a:r>
              <a:rPr lang="zh-TW" altLang="en-US" sz="2400" dirty="0"/>
              <a:t>echo "&lt;td&gt;國籍&lt;/td&gt;";</a:t>
            </a:r>
          </a:p>
          <a:p>
            <a:r>
              <a:rPr lang="zh-TW" altLang="en-US" sz="2400" dirty="0"/>
              <a:t>echo "&lt;td&gt;部別&lt;/td&gt;";</a:t>
            </a:r>
          </a:p>
          <a:p>
            <a:r>
              <a:rPr lang="zh-TW" altLang="en-US" sz="2400" dirty="0"/>
              <a:t>echo "&lt;td&gt;系所&lt;/td&gt;";</a:t>
            </a:r>
          </a:p>
          <a:p>
            <a:r>
              <a:rPr lang="zh-TW" altLang="en-US" sz="2400" dirty="0"/>
              <a:t>echo "&lt;/tr&gt;";</a:t>
            </a:r>
            <a:endParaRPr lang="en-US" altLang="zh-TW" sz="2400" dirty="0"/>
          </a:p>
          <a:p>
            <a:r>
              <a:rPr lang="en-US" altLang="zh-TW" sz="2400" dirty="0"/>
              <a:t>Echo “&lt;/table&gt;”;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5396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836F43-F906-3D04-9AB4-4410DC45E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PDF Outport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90CA609-CCD7-7175-7CA4-FD0539708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8454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2548478-1152-FD40-C3ED-A9431FF5A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Download </a:t>
            </a:r>
            <a:r>
              <a:rPr lang="en-US" altLang="zh-TW" dirty="0" err="1"/>
              <a:t>tcpdf</a:t>
            </a:r>
            <a:r>
              <a:rPr lang="en-US" altLang="zh-TW" dirty="0"/>
              <a:t> package</a:t>
            </a:r>
            <a:endParaRPr lang="zh-TW" altLang="en-US" dirty="0"/>
          </a:p>
        </p:txBody>
      </p:sp>
      <p:pic>
        <p:nvPicPr>
          <p:cNvPr id="7" name="內容版面配置區 6" descr="一張含有 文字, 螢幕擷取畫面, 軟體, 數字 的圖片&#10;&#10;自動產生的描述">
            <a:extLst>
              <a:ext uri="{FF2B5EF4-FFF2-40B4-BE49-F238E27FC236}">
                <a16:creationId xmlns:a16="http://schemas.microsoft.com/office/drawing/2014/main" id="{FAF5AB8D-24DD-A9D2-DBBA-9038E4B571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1768" y="2381079"/>
            <a:ext cx="5593378" cy="4150916"/>
          </a:xfrm>
        </p:spPr>
      </p:pic>
    </p:spTree>
    <p:extLst>
      <p:ext uri="{BB962C8B-B14F-4D97-AF65-F5344CB8AC3E}">
        <p14:creationId xmlns:p14="http://schemas.microsoft.com/office/powerpoint/2010/main" val="4195369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658838-C216-56D5-A39A-2906CB8AF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Import package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5285A8-6664-40B9-EF62-DA699B0A0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1700" y="3286966"/>
            <a:ext cx="7127198" cy="2025869"/>
          </a:xfrm>
        </p:spPr>
        <p:txBody>
          <a:bodyPr>
            <a:normAutofit/>
          </a:bodyPr>
          <a:lstStyle/>
          <a:p>
            <a:r>
              <a:rPr lang="en" altLang="zh-TW" sz="2000" b="0" dirty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require_once</a:t>
            </a:r>
            <a:r>
              <a:rPr lang="en" altLang="zh-TW" sz="2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('</a:t>
            </a:r>
            <a:r>
              <a:rPr lang="en" altLang="zh-TW" sz="2000" b="0" dirty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tcpdf</a:t>
            </a:r>
            <a:r>
              <a:rPr lang="en" altLang="zh-TW" sz="2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" altLang="zh-TW" sz="2000" b="0" dirty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tcpdf.php</a:t>
            </a:r>
            <a:r>
              <a:rPr lang="en" altLang="zh-TW" sz="2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');</a:t>
            </a:r>
          </a:p>
          <a:p>
            <a:endParaRPr kumimoji="1" lang="zh-TW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526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5E118B-88C0-50FC-95FE-746FCBA4A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Setting</a:t>
            </a:r>
            <a:endParaRPr kumimoji="1"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FFB18FC-4872-D3C6-0D86-28421EBCDAC4}"/>
              </a:ext>
            </a:extLst>
          </p:cNvPr>
          <p:cNvSpPr txBox="1"/>
          <p:nvPr/>
        </p:nvSpPr>
        <p:spPr>
          <a:xfrm>
            <a:off x="2343807" y="2860450"/>
            <a:ext cx="669509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b="0" dirty="0" err="1">
                <a:effectLst/>
                <a:latin typeface="Menlo" panose="020B0609030804020204" pitchFamily="49" charset="0"/>
              </a:rPr>
              <a:t>ob_start</a:t>
            </a:r>
            <a:r>
              <a:rPr lang="en" altLang="zh-TW" b="0" dirty="0">
                <a:effectLst/>
                <a:latin typeface="Menlo" panose="020B0609030804020204" pitchFamily="49" charset="0"/>
              </a:rPr>
              <a:t>();</a:t>
            </a:r>
          </a:p>
          <a:p>
            <a:r>
              <a:rPr lang="en" altLang="zh-TW" b="0" dirty="0">
                <a:effectLst/>
                <a:latin typeface="Menlo" panose="020B0609030804020204" pitchFamily="49" charset="0"/>
              </a:rPr>
              <a:t>// // create new PDF document</a:t>
            </a:r>
          </a:p>
          <a:p>
            <a:r>
              <a:rPr lang="en" altLang="zh-TW" b="0" dirty="0">
                <a:effectLst/>
                <a:latin typeface="Menlo" panose="020B0609030804020204" pitchFamily="49" charset="0"/>
              </a:rPr>
              <a:t>$pdf = new TCPDF(PDF_PAGE_ORIENTATION, PDF_UNIT, PDF_PAGE_FORMAT, true, 'UTF-8', false);</a:t>
            </a:r>
          </a:p>
          <a:p>
            <a:br>
              <a:rPr lang="en" altLang="zh-TW" b="0" dirty="0">
                <a:effectLst/>
                <a:latin typeface="Menlo" panose="020B0609030804020204" pitchFamily="49" charset="0"/>
              </a:rPr>
            </a:br>
            <a:r>
              <a:rPr lang="en" altLang="zh-TW" b="0" dirty="0">
                <a:effectLst/>
                <a:latin typeface="Menlo" panose="020B0609030804020204" pitchFamily="49" charset="0"/>
              </a:rPr>
              <a:t>// set font</a:t>
            </a:r>
          </a:p>
          <a:p>
            <a:r>
              <a:rPr lang="en" altLang="zh-TW" b="0" dirty="0">
                <a:effectLst/>
                <a:latin typeface="Menlo" panose="020B0609030804020204" pitchFamily="49" charset="0"/>
              </a:rPr>
              <a:t>$pdf-&gt;</a:t>
            </a:r>
            <a:r>
              <a:rPr lang="en" altLang="zh-TW" b="0" dirty="0" err="1">
                <a:effectLst/>
                <a:latin typeface="Menlo" panose="020B0609030804020204" pitchFamily="49" charset="0"/>
              </a:rPr>
              <a:t>SetFont</a:t>
            </a:r>
            <a:r>
              <a:rPr lang="en" altLang="zh-TW" b="0" dirty="0">
                <a:effectLst/>
                <a:latin typeface="Menlo" panose="020B0609030804020204" pitchFamily="49" charset="0"/>
              </a:rPr>
              <a:t>('</a:t>
            </a:r>
            <a:r>
              <a:rPr lang="en" altLang="zh-TW" b="0" dirty="0" err="1">
                <a:effectLst/>
                <a:latin typeface="Menlo" panose="020B0609030804020204" pitchFamily="49" charset="0"/>
              </a:rPr>
              <a:t>msungstdlight</a:t>
            </a:r>
            <a:r>
              <a:rPr lang="en" altLang="zh-TW" b="0" dirty="0">
                <a:effectLst/>
                <a:latin typeface="Menlo" panose="020B0609030804020204" pitchFamily="49" charset="0"/>
              </a:rPr>
              <a:t>', '', 10);</a:t>
            </a:r>
          </a:p>
          <a:p>
            <a:r>
              <a:rPr lang="en" altLang="zh-TW" b="0" dirty="0">
                <a:effectLst/>
                <a:latin typeface="Menlo" panose="020B0609030804020204" pitchFamily="49" charset="0"/>
              </a:rPr>
              <a:t>$pdf-&gt;</a:t>
            </a:r>
            <a:r>
              <a:rPr lang="en" altLang="zh-TW" b="0" dirty="0" err="1">
                <a:effectLst/>
                <a:latin typeface="Menlo" panose="020B0609030804020204" pitchFamily="49" charset="0"/>
              </a:rPr>
              <a:t>setPrintHeader</a:t>
            </a:r>
            <a:r>
              <a:rPr lang="en" altLang="zh-TW" b="0" dirty="0">
                <a:effectLst/>
                <a:latin typeface="Menlo" panose="020B0609030804020204" pitchFamily="49" charset="0"/>
              </a:rPr>
              <a:t>(false);</a:t>
            </a:r>
          </a:p>
          <a:p>
            <a:r>
              <a:rPr lang="en" altLang="zh-TW" b="0" dirty="0">
                <a:effectLst/>
                <a:latin typeface="Menlo" panose="020B0609030804020204" pitchFamily="49" charset="0"/>
              </a:rPr>
              <a:t>$pdf-&gt;</a:t>
            </a:r>
            <a:r>
              <a:rPr lang="en" altLang="zh-TW" b="0" dirty="0" err="1">
                <a:effectLst/>
                <a:latin typeface="Menlo" panose="020B0609030804020204" pitchFamily="49" charset="0"/>
              </a:rPr>
              <a:t>setPrintFooter</a:t>
            </a:r>
            <a:r>
              <a:rPr lang="en" altLang="zh-TW" b="0" dirty="0">
                <a:effectLst/>
                <a:latin typeface="Menlo" panose="020B0609030804020204" pitchFamily="49" charset="0"/>
              </a:rPr>
              <a:t>(false);</a:t>
            </a:r>
          </a:p>
          <a:p>
            <a:r>
              <a:rPr lang="en" altLang="zh-TW" b="0" dirty="0">
                <a:effectLst/>
                <a:latin typeface="Menlo" panose="020B0609030804020204" pitchFamily="49" charset="0"/>
              </a:rPr>
              <a:t>$pdf-&gt;</a:t>
            </a:r>
            <a:r>
              <a:rPr lang="en" altLang="zh-TW" b="0" dirty="0" err="1">
                <a:effectLst/>
                <a:latin typeface="Menlo" panose="020B0609030804020204" pitchFamily="49" charset="0"/>
              </a:rPr>
              <a:t>AddPage</a:t>
            </a:r>
            <a:r>
              <a:rPr lang="en" altLang="zh-TW" b="0" dirty="0">
                <a:effectLst/>
                <a:latin typeface="Menlo" panose="020B060903080402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4190638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39F026-B7F1-6913-7A63-F044C503E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Content and Output</a:t>
            </a:r>
            <a:endParaRPr kumimoji="1"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C110F5C-9210-BBC7-B60B-5C2883BD2B31}"/>
              </a:ext>
            </a:extLst>
          </p:cNvPr>
          <p:cNvSpPr txBox="1"/>
          <p:nvPr/>
        </p:nvSpPr>
        <p:spPr>
          <a:xfrm>
            <a:off x="2508681" y="2691604"/>
            <a:ext cx="750767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b="0" dirty="0">
                <a:effectLst/>
                <a:latin typeface="Menlo" panose="020B0609030804020204" pitchFamily="49" charset="0"/>
              </a:rPr>
              <a:t>$html = 'TEST';</a:t>
            </a:r>
          </a:p>
          <a:p>
            <a:br>
              <a:rPr lang="en" altLang="zh-TW" b="0" dirty="0">
                <a:effectLst/>
                <a:latin typeface="Menlo" panose="020B0609030804020204" pitchFamily="49" charset="0"/>
              </a:rPr>
            </a:br>
            <a:r>
              <a:rPr lang="en" altLang="zh-TW" b="0" dirty="0">
                <a:effectLst/>
                <a:latin typeface="Menlo" panose="020B0609030804020204" pitchFamily="49" charset="0"/>
              </a:rPr>
              <a:t>// // output the HTML content</a:t>
            </a:r>
          </a:p>
          <a:p>
            <a:r>
              <a:rPr lang="en" altLang="zh-TW" b="0" dirty="0">
                <a:effectLst/>
                <a:latin typeface="Menlo" panose="020B0609030804020204" pitchFamily="49" charset="0"/>
              </a:rPr>
              <a:t>$pdf-&gt;</a:t>
            </a:r>
            <a:r>
              <a:rPr lang="en" altLang="zh-TW" b="0" dirty="0" err="1">
                <a:effectLst/>
                <a:latin typeface="Menlo" panose="020B0609030804020204" pitchFamily="49" charset="0"/>
              </a:rPr>
              <a:t>writeHTML</a:t>
            </a:r>
            <a:r>
              <a:rPr lang="en" altLang="zh-TW" b="0" dirty="0">
                <a:effectLst/>
                <a:latin typeface="Menlo" panose="020B0609030804020204" pitchFamily="49" charset="0"/>
              </a:rPr>
              <a:t>($html);</a:t>
            </a:r>
          </a:p>
          <a:p>
            <a:br>
              <a:rPr lang="en" altLang="zh-TW" b="0" dirty="0">
                <a:effectLst/>
                <a:latin typeface="Menlo" panose="020B0609030804020204" pitchFamily="49" charset="0"/>
              </a:rPr>
            </a:br>
            <a:r>
              <a:rPr lang="en" altLang="zh-TW" b="0" dirty="0">
                <a:effectLst/>
                <a:latin typeface="Menlo" panose="020B0609030804020204" pitchFamily="49" charset="0"/>
              </a:rPr>
              <a:t>//file send to file address</a:t>
            </a:r>
          </a:p>
          <a:p>
            <a:br>
              <a:rPr lang="en" altLang="zh-TW" b="0" dirty="0">
                <a:effectLst/>
                <a:latin typeface="Menlo" panose="020B0609030804020204" pitchFamily="49" charset="0"/>
              </a:rPr>
            </a:br>
            <a:r>
              <a:rPr lang="en" altLang="zh-TW" b="0" dirty="0">
                <a:effectLst/>
                <a:latin typeface="Menlo" panose="020B0609030804020204" pitchFamily="49" charset="0"/>
              </a:rPr>
              <a:t>$path = "/docs/123info.pdf";</a:t>
            </a:r>
          </a:p>
          <a:p>
            <a:br>
              <a:rPr lang="en" altLang="zh-TW" b="0" dirty="0">
                <a:effectLst/>
                <a:latin typeface="Menlo" panose="020B0609030804020204" pitchFamily="49" charset="0"/>
              </a:rPr>
            </a:br>
            <a:r>
              <a:rPr lang="en" altLang="zh-TW" b="0" dirty="0">
                <a:effectLst/>
                <a:latin typeface="Menlo" panose="020B0609030804020204" pitchFamily="49" charset="0"/>
              </a:rPr>
              <a:t>//Close and output PDF document</a:t>
            </a:r>
          </a:p>
          <a:p>
            <a:br>
              <a:rPr lang="en" altLang="zh-TW" b="0" dirty="0">
                <a:effectLst/>
                <a:latin typeface="Menlo" panose="020B0609030804020204" pitchFamily="49" charset="0"/>
              </a:rPr>
            </a:br>
            <a:r>
              <a:rPr lang="en" altLang="zh-TW" b="0" dirty="0">
                <a:effectLst/>
                <a:latin typeface="Menlo" panose="020B0609030804020204" pitchFamily="49" charset="0"/>
              </a:rPr>
              <a:t>$pdf-&gt;Output(__DIR__ .$path, 'F');</a:t>
            </a:r>
          </a:p>
          <a:p>
            <a:r>
              <a:rPr lang="en" altLang="zh-TW" b="0" dirty="0">
                <a:effectLst/>
                <a:latin typeface="Menlo" panose="020B0609030804020204" pitchFamily="49" charset="0"/>
              </a:rPr>
              <a:t>//$pdf-&gt;Output($No."-</a:t>
            </a:r>
            <a:r>
              <a:rPr lang="en" altLang="zh-TW" b="0" dirty="0" err="1">
                <a:effectLst/>
                <a:latin typeface="Menlo" panose="020B0609030804020204" pitchFamily="49" charset="0"/>
              </a:rPr>
              <a:t>tableinfo.pdf</a:t>
            </a:r>
            <a:r>
              <a:rPr lang="en" altLang="zh-TW" b="0" dirty="0">
                <a:effectLst/>
                <a:latin typeface="Menlo" panose="020B0609030804020204" pitchFamily="49" charset="0"/>
              </a:rPr>
              <a:t>", 'D');</a:t>
            </a:r>
          </a:p>
          <a:p>
            <a:r>
              <a:rPr lang="en" altLang="zh-TW" b="0" dirty="0" err="1">
                <a:effectLst/>
                <a:latin typeface="Menlo" panose="020B0609030804020204" pitchFamily="49" charset="0"/>
              </a:rPr>
              <a:t>ob_end_flush</a:t>
            </a:r>
            <a:r>
              <a:rPr lang="en" altLang="zh-TW" b="0" dirty="0">
                <a:effectLst/>
                <a:latin typeface="Menlo" panose="020B060903080402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40193814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離子會議室">
  <a:themeElements>
    <a:clrScheme name="離子會議室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離子會議室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離子會議室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{4E81C9E7-34B3-6344-A78D-E4496C5DE76F}tf10001076</Template>
  <TotalTime>56</TotalTime>
  <Words>383</Words>
  <Application>Microsoft Macintosh PowerPoint</Application>
  <PresentationFormat>寬螢幕</PresentationFormat>
  <Paragraphs>44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Menlo</vt:lpstr>
      <vt:lpstr>Wingdings 3</vt:lpstr>
      <vt:lpstr>離子會議室</vt:lpstr>
      <vt:lpstr>資料庫匯出 Excel &amp; PDF</vt:lpstr>
      <vt:lpstr>Excel Outport</vt:lpstr>
      <vt:lpstr>Header</vt:lpstr>
      <vt:lpstr>Echo Table</vt:lpstr>
      <vt:lpstr>PDF Outport</vt:lpstr>
      <vt:lpstr>Download tcpdf package</vt:lpstr>
      <vt:lpstr>Import package</vt:lpstr>
      <vt:lpstr>Setting</vt:lpstr>
      <vt:lpstr>Content and 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IHsien Ting</dc:creator>
  <cp:lastModifiedBy>IHsien Ting</cp:lastModifiedBy>
  <cp:revision>2</cp:revision>
  <dcterms:created xsi:type="dcterms:W3CDTF">2023-05-17T11:31:34Z</dcterms:created>
  <dcterms:modified xsi:type="dcterms:W3CDTF">2023-05-17T12:32:14Z</dcterms:modified>
</cp:coreProperties>
</file>